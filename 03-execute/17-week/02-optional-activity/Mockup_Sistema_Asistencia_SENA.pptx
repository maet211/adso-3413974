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TOMA DE ASISTENCIA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Servicio Nacional de Aprendizaje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1828800" cy="0"/>
          </a:xfrm>
          <a:prstGeom prst="line">
            <a:avLst/>
          </a:prstGeom>
          <a:noFill/>
          <a:ln w="12700">
            <a:solidFill>
              <a:srgbClr val="9AA5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79476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del sistema — presentación de funcionamiento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3413974  ·  Análisis y Desarrollo de Software  ·  Regional Huila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el registro y control de asistencia de los aprendices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manual actual (planillas físicas) genera errores de registro, pérdida de información y demoras en la consolidación de reportes. El sistema propuesto reemplaza este proceso por una plataforma web ágil y confiable.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514600" cy="27889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5478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Registro en planillas físicas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Errores de digitación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Consolidación manual lenta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5440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Riesgo de pérdida de datos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4594860"/>
            <a:ext cx="502920" cy="36576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3931920" y="3383280"/>
            <a:ext cx="2514600" cy="278892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35478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3931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Registro digital vía plataforma web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0" y="4434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Validaciones automáticas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0" y="4937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Reportes generados al instante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0" y="5440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Información centralizada en MySQL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49440" y="14173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5361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– 3 meses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223760" y="2057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estimada del proyecto (10 semanas)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27889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29077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integrantes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23760" y="3429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análisis y liderazgo · frontend · backend y base de datos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41605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42793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módulos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23760" y="4800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· Registro de asistencia · Reportes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general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autenticación, registro y reportes sobre una arquitectura web estándar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28116" y="219456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56716" y="2395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56716" y="2761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Bootstrap · JavaScript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56716" y="3154680"/>
            <a:ext cx="2651760" cy="0"/>
          </a:xfrm>
          <a:prstGeom prst="line">
            <a:avLst/>
          </a:prstGeom>
          <a:noFill/>
          <a:ln w="9525">
            <a:solidFill>
              <a:srgbClr val="D9DD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6716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Formularios de registro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56716" y="3675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Listados de asistencia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56716" y="4059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Validaciones en cliente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82796" y="3236976"/>
            <a:ext cx="411480" cy="292608"/>
          </a:xfrm>
          <a:prstGeom prst="rightArrow">
            <a:avLst/>
          </a:prstGeom>
          <a:solidFill>
            <a:srgbClr val="9AA5AD"/>
          </a:solidFill>
          <a:ln/>
        </p:spPr>
      </p:sp>
      <p:sp>
        <p:nvSpPr>
          <p:cNvPr id="12" name="Shape 10"/>
          <p:cNvSpPr/>
          <p:nvPr/>
        </p:nvSpPr>
        <p:spPr>
          <a:xfrm>
            <a:off x="4539996" y="219456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8596" y="2395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68596" y="2761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68596" y="3154680"/>
            <a:ext cx="2651760" cy="0"/>
          </a:xfrm>
          <a:prstGeom prst="line">
            <a:avLst/>
          </a:prstGeom>
          <a:noFill/>
          <a:ln w="9525">
            <a:solidFill>
              <a:srgbClr val="9AA5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8596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Autenticación de usuarios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68596" y="3675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Control de sesiones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68596" y="4059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Procesamiento de asistencia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94676" y="3236976"/>
            <a:ext cx="411480" cy="292608"/>
          </a:xfrm>
          <a:prstGeom prst="rightArrow">
            <a:avLst/>
          </a:prstGeom>
          <a:solidFill>
            <a:srgbClr val="9AA5AD"/>
          </a:solidFill>
          <a:ln/>
        </p:spPr>
      </p:sp>
      <p:sp>
        <p:nvSpPr>
          <p:cNvPr id="20" name="Shape 18"/>
          <p:cNvSpPr/>
          <p:nvPr/>
        </p:nvSpPr>
        <p:spPr>
          <a:xfrm>
            <a:off x="8151876" y="219456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80476" y="2395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0476" y="2761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80476" y="3154680"/>
            <a:ext cx="2651760" cy="0"/>
          </a:xfrm>
          <a:prstGeom prst="line">
            <a:avLst/>
          </a:prstGeom>
          <a:noFill/>
          <a:ln w="9525">
            <a:solidFill>
              <a:srgbClr val="D9DD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80476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Aprendices e instructores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80476" y="3675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Fichas y horarios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80476" y="4059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Registros de asistencia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89204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comunicación entre el navegador del usuario y el servidor se realiza mediante peticiones HTTP y llamadas asíncronas (AJAX/Fetch), devolviendo los datos almacenados en la base de datos relacional.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 — Módulo de autenticación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de instructores y personal administrativo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9050">
            <a:solidFill>
              <a:srgbClr val="D9DD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1490472"/>
            <a:ext cx="9692640" cy="219456"/>
          </a:xfrm>
          <a:prstGeom prst="roundRect">
            <a:avLst>
              <a:gd name="adj" fmla="val 208333"/>
            </a:avLst>
          </a:prstGeom>
          <a:solidFill>
            <a:srgbClr val="FFFFFF"/>
          </a:solidFill>
          <a:ln w="9525">
            <a:solidFill>
              <a:srgbClr val="D9DD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1490472"/>
            <a:ext cx="9509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asistencia.sena.edu.co/login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77640" y="210312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2377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77640" y="3154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Iniciar sesión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43400" y="3703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/ correo institucional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43400" y="393192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4434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43400" y="466344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• • • • • • •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5166360"/>
            <a:ext cx="347472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5166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 — Módulo de registro de asistencia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Marcación de asistencia por ficha y jornada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9050">
            <a:solidFill>
              <a:srgbClr val="D9DD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1490472"/>
            <a:ext cx="9692640" cy="219456"/>
          </a:xfrm>
          <a:prstGeom prst="roundRect">
            <a:avLst>
              <a:gd name="adj" fmla="val 208333"/>
            </a:avLst>
          </a:prstGeom>
          <a:solidFill>
            <a:srgbClr val="FFFFFF"/>
          </a:solidFill>
          <a:ln w="9525">
            <a:solidFill>
              <a:srgbClr val="D9DD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1490472"/>
            <a:ext cx="9509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asistencia.sena.edu.co/registro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Asistencia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231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2642616"/>
            <a:ext cx="214884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264261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3413974 - ADSO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24231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2642616"/>
            <a:ext cx="214884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264261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07 /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24231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77840" y="2642616"/>
            <a:ext cx="214884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264261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55280" y="2642616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264261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200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aprendiz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200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 llegada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3816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3566160"/>
            <a:ext cx="10332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3566160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63040" y="356616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Gómez Ríos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5661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1082456712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5661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6:58 a.m.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3648456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5" name="Text 33"/>
          <p:cNvSpPr/>
          <p:nvPr/>
        </p:nvSpPr>
        <p:spPr>
          <a:xfrm>
            <a:off x="8138160" y="36484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14400" y="4005072"/>
            <a:ext cx="1033272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D9DD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" y="4005072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463040" y="400507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 Torres Vela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400507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1082331904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400507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38160" y="408736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42" name="Text 40"/>
          <p:cNvSpPr/>
          <p:nvPr/>
        </p:nvSpPr>
        <p:spPr>
          <a:xfrm>
            <a:off x="8138160" y="4087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14400" y="4443984"/>
            <a:ext cx="10332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5840" y="4443984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463040" y="444398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Martínez P.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0" y="444398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1082567321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92240" y="444398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7:03 a.m.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138160" y="45262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49" name="Text 47"/>
          <p:cNvSpPr/>
          <p:nvPr/>
        </p:nvSpPr>
        <p:spPr>
          <a:xfrm>
            <a:off x="8138160" y="4526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14400" y="4882896"/>
            <a:ext cx="1033272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D9DD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840" y="488289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463040" y="488289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Julián Rivera Soto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54880" y="488289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1082789456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92240" y="488289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7:10 a.m.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138160" y="49651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56" name="Text 54"/>
          <p:cNvSpPr/>
          <p:nvPr/>
        </p:nvSpPr>
        <p:spPr>
          <a:xfrm>
            <a:off x="8138160" y="49651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509760" y="5458968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58" name="Text 56"/>
          <p:cNvSpPr/>
          <p:nvPr/>
        </p:nvSpPr>
        <p:spPr>
          <a:xfrm>
            <a:off x="9509760" y="54589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 — Módulo de reportes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y consolidación de asistencia por ficha y periodo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9050">
            <a:solidFill>
              <a:srgbClr val="D9DD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1490472"/>
            <a:ext cx="9692640" cy="219456"/>
          </a:xfrm>
          <a:prstGeom prst="roundRect">
            <a:avLst>
              <a:gd name="adj" fmla="val 208333"/>
            </a:avLst>
          </a:prstGeom>
          <a:solidFill>
            <a:srgbClr val="FFFFFF"/>
          </a:solidFill>
          <a:ln w="9525">
            <a:solidFill>
              <a:srgbClr val="D9DD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1490472"/>
            <a:ext cx="9509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asistencia.sena.edu.co/reportes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 de Asistencia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2596896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34640" y="2377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2596896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44368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 / 2026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596896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07 / 2026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0" y="2596896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95360" y="2596896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PDF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" y="3154680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143000" y="3721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Aprendices activos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34840" y="3154680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F2F2F2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91.3%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663440" y="3721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promedio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3154680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F2F2F2"/>
          </a:solidFill>
          <a:ln/>
        </p:spPr>
      </p:sp>
      <p:sp>
        <p:nvSpPr>
          <p:cNvPr id="32" name="Text 30"/>
          <p:cNvSpPr/>
          <p:nvPr/>
        </p:nvSpPr>
        <p:spPr>
          <a:xfrm>
            <a:off x="818388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183880" y="3721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Inasistencias registradas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4400" y="4251960"/>
            <a:ext cx="10332720" cy="347472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" y="4251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17520" y="4251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94960" y="4251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98080" y="4251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Inasistentes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601200" y="42519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Asistencia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14400" y="4599432"/>
            <a:ext cx="10332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4599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07 / 2026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017520" y="45994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3413974 - ADSO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94960" y="45994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498080" y="45994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601200" y="45994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91.6 %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14400" y="4983480"/>
            <a:ext cx="1033272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9DD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" y="49834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07 / 2026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017520" y="49834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3413974 - ADSO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394960" y="4983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98080" y="4983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601200" y="4983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95.8 %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14400" y="5367528"/>
            <a:ext cx="10332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5840" y="536752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07 / 2026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017520" y="53675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3413974 - ADSO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394960" y="5367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498080" y="5367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601200" y="53675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83.3 %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uso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 un instructor al registrar la asistencia de una ficha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5216" y="21945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247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2247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8096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 de sesión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" y="37947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ingresa con sus credenciales institucionales.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18104" y="3575304"/>
            <a:ext cx="274320" cy="256032"/>
          </a:xfrm>
          <a:prstGeom prst="rightArrow">
            <a:avLst/>
          </a:prstGeom>
          <a:solidFill>
            <a:srgbClr val="9AA5AD"/>
          </a:solidFill>
          <a:ln/>
        </p:spPr>
      </p:sp>
      <p:sp>
        <p:nvSpPr>
          <p:cNvPr id="10" name="Shape 8"/>
          <p:cNvSpPr/>
          <p:nvPr/>
        </p:nvSpPr>
        <p:spPr>
          <a:xfrm>
            <a:off x="3419856" y="21945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711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35711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02736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 ficha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48456" y="37947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 ficha y jornada correspondiente al día.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52744" y="3575304"/>
            <a:ext cx="274320" cy="256032"/>
          </a:xfrm>
          <a:prstGeom prst="rightArrow">
            <a:avLst/>
          </a:prstGeom>
          <a:solidFill>
            <a:srgbClr val="9AA5AD"/>
          </a:solidFill>
          <a:ln/>
        </p:spPr>
      </p:sp>
      <p:sp>
        <p:nvSpPr>
          <p:cNvPr id="16" name="Shape 14"/>
          <p:cNvSpPr/>
          <p:nvPr/>
        </p:nvSpPr>
        <p:spPr>
          <a:xfrm>
            <a:off x="6254496" y="21945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9175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19175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37376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asistencia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83096" y="37947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el estado de cada aprendiz y guarda los cambios.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87384" y="3575304"/>
            <a:ext cx="274320" cy="256032"/>
          </a:xfrm>
          <a:prstGeom prst="rightArrow">
            <a:avLst/>
          </a:prstGeom>
          <a:solidFill>
            <a:srgbClr val="9AA5AD"/>
          </a:solidFill>
          <a:ln/>
        </p:spPr>
      </p:sp>
      <p:sp>
        <p:nvSpPr>
          <p:cNvPr id="22" name="Shape 20"/>
          <p:cNvSpPr/>
          <p:nvPr/>
        </p:nvSpPr>
        <p:spPr>
          <a:xfrm>
            <a:off x="9089136" y="21945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2639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2639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72016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de reportes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17736" y="37947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y exporta el reporte consolidado de asistencia.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utilizadas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estándar, de bajo costo y ampliamente documentadas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496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92024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73936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24048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las páginas del sistema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4256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562856" y="192024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68696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62856" y="24048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visuales y hojas de diseño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9016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7616" y="192024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63456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57616" y="24048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Maquetación responsiva y componentes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9496" y="3383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</p:sp>
      <p:sp>
        <p:nvSpPr>
          <p:cNvPr id="20" name="Shape 18"/>
          <p:cNvSpPr/>
          <p:nvPr/>
        </p:nvSpPr>
        <p:spPr>
          <a:xfrm>
            <a:off x="768096" y="361188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611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73936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" y="409651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e interactividad en cliente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4256" y="3383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</p:sp>
      <p:sp>
        <p:nvSpPr>
          <p:cNvPr id="25" name="Shape 23"/>
          <p:cNvSpPr/>
          <p:nvPr/>
        </p:nvSpPr>
        <p:spPr>
          <a:xfrm>
            <a:off x="4562856" y="361188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62856" y="3611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68696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62856" y="409651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del servidor y autenticación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29016" y="3383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</p:sp>
      <p:sp>
        <p:nvSpPr>
          <p:cNvPr id="30" name="Shape 28"/>
          <p:cNvSpPr/>
          <p:nvPr/>
        </p:nvSpPr>
        <p:spPr>
          <a:xfrm>
            <a:off x="8357616" y="361188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357616" y="3611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363456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57616" y="409651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de datos del sistema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214884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los mockups presentados con instructores y coordinación académica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292608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el diseño de la base de datos en MySQL a partir del modelo entidad-relación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370332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Comenzar el desarrollo del módulo de autenticación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603504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Toma de Asistencia — SENA · Ficha 3413974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2026-07-11T13:55:08Z</dcterms:created>
  <dcterms:modified xsi:type="dcterms:W3CDTF">2026-07-11T13:55:09Z</dcterms:modified>
</cp:coreProperties>
</file>