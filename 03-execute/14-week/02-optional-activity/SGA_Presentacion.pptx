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371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731520"/>
            <a:ext cx="822960" cy="2743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502920"/>
            <a:ext cx="274320" cy="7315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Ambulancias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109728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tecnológica centralizada para la gestión de emergencias médicas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Desarrollo · Software Clínico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justificación del proyecto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789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la situación actual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13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5156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del Problema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operativas e institucionales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13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MVP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406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tecnológica mínima viable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47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del proyecto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73152" cy="10058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5478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4068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Esperados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impacto del sistema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E3F2FD"/>
          </a:solidFill>
          <a:ln w="9525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sector salud, la atención oportuna de emergencias es un factor fundamental para preservar la vida y garantizar una respuesta eficiente ante situaciones críticas.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514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Actual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organizaciones utilizan procesos manuales o herramientas poco integradas para gestionar ambulancias, pacientes y emergencias.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51760" cy="2514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331720"/>
            <a:ext cx="2651760" cy="4114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Identificada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una plataforma centralizada que mejore la coordinación de recursos y reduzca los tiempos de respuesta ante emergencias.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51760" cy="25146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331720"/>
            <a:ext cx="2651760" cy="4114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816352"/>
            <a:ext cx="245059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SGA es una plataforma tecnológica que integra la gestión de pacientes, vehículos, conductores y solicitudes de emergencia.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Problema Identificado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operativas derivadas del manejo manual y disperso de la información: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538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Retrasos en asignación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8562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significativas al momento de asignar ambulancias disponibles a emergencias activas.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41732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538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🚑  Disponibilidad no visible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18562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Imposibilidad de conocer en tiempo real qué vehículos están disponibles o en servicio.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1732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45389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Control de conductores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85623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seguimiento y gestión efectiva del personal conductor asignado.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1455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Registros duplicados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 en la información por duplicación de datos en sistemas no integrados.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10896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1455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Reportes limitados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para generar reportes que apoyen la toma de decisiones gerenciales.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108960"/>
            <a:ext cx="26974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DD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108960"/>
            <a:ext cx="2697480" cy="34747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14553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Sistemas desintegrados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54787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aisladas que no se comunican entre sí, generando silos de información.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Impacto del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77640" cy="3977640"/>
          </a:xfrm>
          <a:prstGeom prst="rect">
            <a:avLst/>
          </a:prstGeom>
          <a:solidFill>
            <a:srgbClr val="0D305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0" y="868680"/>
            <a:ext cx="3977640" cy="3977640"/>
          </a:xfrm>
          <a:prstGeom prst="rect">
            <a:avLst/>
          </a:prstGeom>
          <a:solidFill>
            <a:srgbClr val="0D3057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97764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Impacto Institucional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397764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Impacto en Usuarios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48132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444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control sobre la operación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993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 en el uso de recursos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7860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 capacidad de análisis y reporte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Duplicación de esfuerzos administrativos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201168" cy="20116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39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escalar el servicio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48132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1444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en tiempos de respuesta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202996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9933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tardía en emergencias críticas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83480" y="257860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25420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monitorear la atención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312724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confianza en el servicio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675888"/>
            <a:ext cx="201168" cy="201168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36393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para la integridad del paciente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Propuesta Tecnológica – MVP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Producto Mínimo Viable (MVP)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920240" cy="1463040"/>
          </a:xfrm>
          <a:prstGeom prst="rect">
            <a:avLst/>
          </a:prstGeom>
          <a:solidFill>
            <a:srgbClr val="E0F7FA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Pacientes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280160"/>
            <a:ext cx="1920240" cy="1463040"/>
          </a:xfrm>
          <a:prstGeom prst="rect">
            <a:avLst/>
          </a:prstGeom>
          <a:solidFill>
            <a:srgbClr val="E0F7FA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32888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🚑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2888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Ambulancias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08576" y="1280160"/>
            <a:ext cx="1920240" cy="1463040"/>
          </a:xfrm>
          <a:prstGeom prst="rect">
            <a:avLst/>
          </a:prstGeom>
          <a:solidFill>
            <a:srgbClr val="E0F7FA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0016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🧑‍✈️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700016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Conductores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75704" y="1280160"/>
            <a:ext cx="1920240" cy="1463040"/>
          </a:xfrm>
          <a:prstGeom prst="rect">
            <a:avLst/>
          </a:prstGeom>
          <a:solidFill>
            <a:srgbClr val="E0F7FA"/>
          </a:solidFill>
          <a:ln w="19050">
            <a:solidFill>
              <a:srgbClr val="00ACC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67144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67144" y="2103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Emergencias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192024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de Ambulancias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41448" y="2926080"/>
            <a:ext cx="192024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32888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532888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Estados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08576" y="2926080"/>
            <a:ext cx="192024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0016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00016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75704" y="2926080"/>
            <a:ext cx="1920240" cy="1463040"/>
          </a:xfrm>
          <a:prstGeom prst="rect">
            <a:avLst/>
          </a:prstGeom>
          <a:solidFill>
            <a:srgbClr val="E8F5E9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67144" y="31089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867144" y="37490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Básicos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Plan de Trabajo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fases de desarrollo para asegurar calidad y cumplimiento de requisitos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0876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50876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214884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93976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requisitos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80720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752344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la situación actual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346557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410712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actores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2103120"/>
            <a:ext cx="201168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84248" y="1234440"/>
            <a:ext cx="150876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84248" y="1234440"/>
            <a:ext cx="150876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1234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29968" y="1572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48840" y="2148840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2093976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48840" y="2807208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2752344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 datos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48840" y="3465576"/>
            <a:ext cx="128016" cy="128016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3410712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de interfaces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93008" y="2103120"/>
            <a:ext cx="201168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94176" y="1234440"/>
            <a:ext cx="150876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94176" y="1234440"/>
            <a:ext cx="1508760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39896" y="1234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39896" y="1572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58768" y="2148840"/>
            <a:ext cx="128016" cy="128016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2093976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módulos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58768" y="2807208"/>
            <a:ext cx="128016" cy="128016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41648" y="2752344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componentes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58768" y="3465576"/>
            <a:ext cx="128016" cy="128016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41648" y="3410712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02936" y="2103120"/>
            <a:ext cx="201168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04104" y="1234440"/>
            <a:ext cx="150876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04104" y="1234440"/>
            <a:ext cx="1508760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1234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49824" y="1572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568696" y="2148840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51576" y="2093976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68696" y="2807208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1576" y="2752344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integración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568696" y="3465576"/>
            <a:ext cx="128016" cy="128016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51576" y="3410712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usuarios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12864" y="2103120"/>
            <a:ext cx="20116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1234440"/>
            <a:ext cx="1508760" cy="35661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14032" y="1234440"/>
            <a:ext cx="150876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1234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59752" y="15727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78624" y="214884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61504" y="2093976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producción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278624" y="280720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61504" y="2752344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 personal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278624" y="346557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61504" y="3410712"/>
            <a:ext cx="1115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post-lanzamiento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Técnicos Identificados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 detectados durante el análisis inicial del proyecto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1600200"/>
          </a:xfrm>
          <a:prstGeom prst="rect">
            <a:avLst/>
          </a:prstGeom>
          <a:solidFill>
            <a:srgbClr val="FFFDE7"/>
          </a:solidFill>
          <a:ln w="19050">
            <a:solidFill>
              <a:srgbClr val="FFE0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11480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Sesgo de Complejidad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a sobredimensionar las soluciones tecnológicas más allá de las necesidades reales del usuario final.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49424"/>
            <a:ext cx="3931920" cy="18288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042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Priorizar funcionalidades esenciales en el MVP antes de agregar características avanzadas.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1600200"/>
          </a:xfrm>
          <a:prstGeom prst="rect">
            <a:avLst/>
          </a:prstGeom>
          <a:solidFill>
            <a:srgbClr val="FFFDE7"/>
          </a:solidFill>
          <a:ln w="19050">
            <a:solidFill>
              <a:srgbClr val="FFE0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280160"/>
            <a:ext cx="411480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Sesgo Tecnológico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7007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 por tecnologías de moda sin evaluar si son las más adecuadas para el contexto del proyecto.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249424"/>
            <a:ext cx="3931920" cy="18288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30428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Seleccionar herramientas basadas en criterios técnicos objetivos y la experiencia del equipo.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1600200"/>
          </a:xfrm>
          <a:prstGeom prst="rect">
            <a:avLst/>
          </a:prstGeom>
          <a:solidFill>
            <a:srgbClr val="FFFDE7"/>
          </a:solidFill>
          <a:ln w="19050">
            <a:solidFill>
              <a:srgbClr val="FFE0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63240"/>
            <a:ext cx="411480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Sesgo de Automatización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483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que automatizar todos los procesos mejorará la eficiencia, sin validar con los usuarios operativos.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4032504"/>
            <a:ext cx="3931920" cy="18288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873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Involucrar a los usuarios en las decisiones de automatización para garantizar la adopción.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4114800" cy="1600200"/>
          </a:xfrm>
          <a:prstGeom prst="rect">
            <a:avLst/>
          </a:prstGeom>
          <a:solidFill>
            <a:srgbClr val="FFFDE7"/>
          </a:solidFill>
          <a:ln w="19050">
            <a:solidFill>
              <a:srgbClr val="FFE082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063240"/>
            <a:ext cx="411480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Sesgo de Disponibilidad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4838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Basar el diseño en casos o incidentes recientes, ignorando escenarios menos frecuentes pero igualmente importantes.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4032504"/>
            <a:ext cx="3931920" cy="18288"/>
          </a:xfrm>
          <a:prstGeom prst="rect">
            <a:avLst/>
          </a:prstGeom>
          <a:solidFill>
            <a:srgbClr val="FFE082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0873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Realizar análisis exhaustivos de casos de uso, incluyendo situaciones excepcionales.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Beneficios Esperados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784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84048" y="152704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Tiempos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87452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más rápida a emergencias gracias a la asignación automatizada y el seguimiento en tiempo real.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868680"/>
            <a:ext cx="2697480" cy="1691640"/>
          </a:xfrm>
          <a:prstGeom prst="rect">
            <a:avLst/>
          </a:prstGeom>
          <a:solidFill>
            <a:srgbClr val="E3F2FD"/>
          </a:solidFill>
          <a:ln w="19050">
            <a:solidFill>
              <a:srgbClr val="90CAF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9784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52704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Decisiones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reportes oportunos que apoyan la toma de decisiones estratégicas y operativas.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868680"/>
            <a:ext cx="2697480" cy="1691640"/>
          </a:xfrm>
          <a:prstGeom prst="rect">
            <a:avLst/>
          </a:prstGeom>
          <a:solidFill>
            <a:srgbClr val="EDE7F6"/>
          </a:solidFill>
          <a:ln w="19050">
            <a:solidFill>
              <a:srgbClr val="CE93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9904" y="97840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99632" y="152704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de Datos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187452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la información con gestión de usuarios, roles y controles de acceso definidos.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697480" cy="1691640"/>
          </a:xfrm>
          <a:prstGeom prst="rect">
            <a:avLst/>
          </a:prstGeom>
          <a:solidFill>
            <a:srgbClr val="E0F7FA"/>
          </a:solidFill>
          <a:ln w="19050">
            <a:solidFill>
              <a:srgbClr val="80DEE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28986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84048" y="34472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Total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" y="379476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centralizada que unifica pacientes, vehículos, conductores y emergencias en un solo sistema.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82112" y="2788920"/>
            <a:ext cx="2697480" cy="1691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FE0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82112" y="28986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91840" y="34472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Operativa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379476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del uso de recursos disponibles, eliminando duplicidades y mejorando la coordinación.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2788920"/>
            <a:ext cx="2697480" cy="1691640"/>
          </a:xfrm>
          <a:prstGeom prst="rect">
            <a:avLst/>
          </a:prstGeom>
          <a:solidFill>
            <a:srgbClr val="E8F5E9"/>
          </a:solidFill>
          <a:ln w="19050">
            <a:solidFill>
              <a:srgbClr val="A5D6A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9904" y="2898648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99632" y="3447288"/>
            <a:ext cx="2496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9632" y="3794760"/>
            <a:ext cx="2496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preparada para integraciones futuras y crecimiento del volumen de operaciones.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64592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Gestión de Ambulancias (SGA) representa una solución tecnológica integral orientada a transformar la coordinación y administración de los servicios de emergencia médica.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Centralización de la información en una única plataforma confiable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9806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Mejora significativa en los tiempos de respuesta ante emergencias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1868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Optimización del uso de ambulancias, conductores y recursos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a la toma de decisiones mediante reportes y estadísticas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5993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Arquitectura escalable lista para futuras integraciones tecnológicas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Ambulancias · SGA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Ambulancias (SGA)</dc:title>
  <dc:subject>PptxGenJS Presentation</dc:subject>
  <dc:creator>PptxGenJS</dc:creator>
  <cp:lastModifiedBy>PptxGenJS</cp:lastModifiedBy>
  <cp:revision>1</cp:revision>
  <dcterms:created xsi:type="dcterms:W3CDTF">2026-06-06T04:45:47Z</dcterms:created>
  <dcterms:modified xsi:type="dcterms:W3CDTF">2026-06-06T04:45:47Z</dcterms:modified>
</cp:coreProperties>
</file>